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embeddedFontLst>
    <p:embeddedFont>
      <p:font typeface="Helvetica Neue" panose="020B0604020202020204" charset="0"/>
      <p:regular r:id="rId5"/>
      <p:bold r:id="rId6"/>
      <p:italic r:id="rId7"/>
      <p:boldItalic r:id="rId8"/>
    </p:embeddedFont>
    <p:embeddedFont>
      <p:font typeface="Montserrat" panose="020B0604020202020204" charset="0"/>
      <p:regular r:id="rId9"/>
      <p:bold r:id="rId10"/>
      <p:italic r:id="rId11"/>
      <p:boldItalic r:id="rId12"/>
    </p:embeddedFont>
    <p:embeddedFont>
      <p:font typeface="Montserrat ExtraBold" panose="020B0604020202020204" charset="0"/>
      <p:bold r:id="rId13"/>
      <p:boldItalic r:id="rId14"/>
    </p:embeddedFont>
    <p:embeddedFont>
      <p:font typeface="Montserrat Medium" panose="020B0604020202020204" charset="0"/>
      <p:regular r:id="rId15"/>
      <p:bold r:id="rId16"/>
      <p:italic r:id="rId17"/>
      <p:boldItalic r:id="rId18"/>
    </p:embeddedFont>
    <p:embeddedFont>
      <p:font typeface="Play" panose="020B0604020202020204" charset="0"/>
      <p:regular r:id="rId19"/>
      <p:bold r:id="rId20"/>
    </p:embeddedFont>
    <p:embeddedFont>
      <p:font typeface="Roboto Condensed Black" panose="020B0604020202020204" charset="0"/>
      <p:bold r:id="rId21"/>
      <p:boldItalic r:id="rId22"/>
    </p:embeddedFont>
    <p:embeddedFont>
      <p:font typeface="Roboto Condensed Medium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jajF73S0lnR6dqdDuMHeIiT2B3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font" Target="fonts/font14.fntdata"/><Relationship Id="rId26" Type="http://schemas.openxmlformats.org/officeDocument/2006/relationships/font" Target="fonts/font22.fntdata"/><Relationship Id="rId3" Type="http://schemas.openxmlformats.org/officeDocument/2006/relationships/slide" Target="slides/slide2.xml"/><Relationship Id="rId21" Type="http://schemas.openxmlformats.org/officeDocument/2006/relationships/font" Target="fonts/font17.fntdata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5" Type="http://schemas.openxmlformats.org/officeDocument/2006/relationships/font" Target="fonts/font2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font" Target="fonts/font16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24" Type="http://schemas.openxmlformats.org/officeDocument/2006/relationships/font" Target="fonts/font20.fntdata"/><Relationship Id="rId32" Type="http://schemas.openxmlformats.org/officeDocument/2006/relationships/theme" Target="theme/theme1.xml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23" Type="http://schemas.openxmlformats.org/officeDocument/2006/relationships/font" Target="fonts/font19.fntdata"/><Relationship Id="rId10" Type="http://schemas.openxmlformats.org/officeDocument/2006/relationships/font" Target="fonts/font6.fntdata"/><Relationship Id="rId19" Type="http://schemas.openxmlformats.org/officeDocument/2006/relationships/font" Target="fonts/font15.fntdata"/><Relationship Id="rId31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Relationship Id="rId22" Type="http://schemas.openxmlformats.org/officeDocument/2006/relationships/font" Target="fonts/font18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0" descr="Imagen que contiene viendo, computadora, pelota, sostener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4749" y="678427"/>
            <a:ext cx="12255634" cy="5464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43441"/>
            <a:ext cx="4851572" cy="262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Diseño personalizado">
  <p:cSld name="6_Diseño personalizado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2677"/>
            <a:ext cx="12196765" cy="6855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0" y="6726228"/>
            <a:ext cx="12192000" cy="131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Pagina interior">
  <p:cSld name="15_Pagina interio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22"/>
          <p:cNvPicPr preferRelativeResize="0"/>
          <p:nvPr/>
        </p:nvPicPr>
        <p:blipFill rotWithShape="1">
          <a:blip r:embed="rId2">
            <a:alphaModFix amt="30000"/>
          </a:blip>
          <a:srcRect r="21355"/>
          <a:stretch/>
        </p:blipFill>
        <p:spPr>
          <a:xfrm>
            <a:off x="-1" y="0"/>
            <a:ext cx="95883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26228"/>
            <a:ext cx="12192000" cy="131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Pagina interior">
  <p:cSld name="16_Pagina interio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3"/>
          <p:cNvPicPr preferRelativeResize="0"/>
          <p:nvPr/>
        </p:nvPicPr>
        <p:blipFill rotWithShape="1">
          <a:blip r:embed="rId2">
            <a:alphaModFix/>
          </a:blip>
          <a:srcRect l="6777" b="14293"/>
          <a:stretch/>
        </p:blipFill>
        <p:spPr>
          <a:xfrm>
            <a:off x="1120492" y="-1"/>
            <a:ext cx="11071508" cy="6792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26228"/>
            <a:ext cx="12192000" cy="131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0"/>
            <a:ext cx="11957739" cy="6726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Pagina interior">
  <p:cSld name="17_Pagina interio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24"/>
          <p:cNvPicPr preferRelativeResize="0"/>
          <p:nvPr/>
        </p:nvPicPr>
        <p:blipFill rotWithShape="1">
          <a:blip r:embed="rId2">
            <a:alphaModFix/>
          </a:blip>
          <a:srcRect t="13901" b="36257"/>
          <a:stretch/>
        </p:blipFill>
        <p:spPr>
          <a:xfrm>
            <a:off x="-2" y="-1"/>
            <a:ext cx="10352316" cy="3570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726228"/>
            <a:ext cx="12192000" cy="131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Diseño personalizado">
  <p:cSld name="5_Diseño personalizad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5208269"/>
            <a:ext cx="12196765" cy="1649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0" y="6726228"/>
            <a:ext cx="12192000" cy="131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Diseño personalizado">
  <p:cSld name="3_Diseño personalizado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26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-1" y="2677"/>
            <a:ext cx="12196765" cy="6855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7363" y="3508941"/>
            <a:ext cx="12426726" cy="3346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 flipH="1">
            <a:off x="0" y="6726228"/>
            <a:ext cx="12192000" cy="131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seño personalizado">
  <p:cSld name="1_Diseño personalizad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27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-1" y="2677"/>
            <a:ext cx="12196765" cy="6855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0" y="6726228"/>
            <a:ext cx="12192000" cy="131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81168"/>
            <a:ext cx="1804737" cy="977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seño personalizado">
  <p:cSld name="2_Diseño personalizado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2677"/>
            <a:ext cx="12196765" cy="68553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Google Shape;46;p28"/>
          <p:cNvGrpSpPr/>
          <p:nvPr/>
        </p:nvGrpSpPr>
        <p:grpSpPr>
          <a:xfrm>
            <a:off x="-51377" y="0"/>
            <a:ext cx="3877419" cy="1562206"/>
            <a:chOff x="-49360" y="-59568"/>
            <a:chExt cx="6267286" cy="2525080"/>
          </a:xfrm>
        </p:grpSpPr>
        <p:pic>
          <p:nvPicPr>
            <p:cNvPr id="47" name="Google Shape;47;p2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49360" y="-59568"/>
              <a:ext cx="6267286" cy="25250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" name="Google Shape;48;p28"/>
            <p:cNvSpPr/>
            <p:nvPr/>
          </p:nvSpPr>
          <p:spPr>
            <a:xfrm>
              <a:off x="166664" y="233264"/>
              <a:ext cx="1800200" cy="16561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71425" tIns="71425" rIns="71425" bIns="71425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endParaRPr sz="3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49" name="Google Shape;49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81168"/>
            <a:ext cx="1804737" cy="977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 flipH="1">
            <a:off x="0" y="6726228"/>
            <a:ext cx="12192000" cy="131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1377" y="0"/>
            <a:ext cx="12294755" cy="691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29" descr="Imagen que contiene viendo, computadora, pelota, sostener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4749" y="678427"/>
            <a:ext cx="12255634" cy="5464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5334" y="2115676"/>
            <a:ext cx="4851572" cy="262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Diseño personalizado">
  <p:cSld name="4_Diseño personalizad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0" y="2677"/>
            <a:ext cx="6100764" cy="6855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0" y="6726228"/>
            <a:ext cx="12192000" cy="131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 descr="Título de la presentación…"/>
          <p:cNvSpPr txBox="1"/>
          <p:nvPr/>
        </p:nvSpPr>
        <p:spPr>
          <a:xfrm>
            <a:off x="490480" y="2502905"/>
            <a:ext cx="4890759" cy="1744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>
                <a:solidFill>
                  <a:srgbClr val="5AB02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Título de la presentación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5AB02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Bajada de la presentación</a:t>
            </a:r>
            <a:endParaRPr sz="4000" b="0" i="0" u="none" strike="noStrike" cap="none">
              <a:solidFill>
                <a:srgbClr val="5AB02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5AB02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0" i="0" u="none" strike="noStrike" cap="none">
                <a:solidFill>
                  <a:srgbClr val="5AB02F"/>
                </a:solidFill>
                <a:latin typeface="Montserrat"/>
                <a:ea typeface="Montserrat"/>
                <a:cs typeface="Montserrat"/>
                <a:sym typeface="Montserrat"/>
              </a:rPr>
              <a:t>Día Mes Año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42" y="157418"/>
            <a:ext cx="1151907" cy="62364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1" descr="Título de la diapositiva"/>
          <p:cNvSpPr txBox="1"/>
          <p:nvPr/>
        </p:nvSpPr>
        <p:spPr>
          <a:xfrm>
            <a:off x="306741" y="89350"/>
            <a:ext cx="49305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ES" sz="2400" b="1">
                <a:solidFill>
                  <a:srgbClr val="5AB02F"/>
                </a:solidFill>
                <a:latin typeface="Roboto Condensed Black"/>
                <a:ea typeface="Roboto Condensed Black"/>
                <a:cs typeface="Roboto Condensed Black"/>
                <a:sym typeface="Roboto Condensed Black"/>
              </a:rPr>
              <a:t>Resultados Total CCU CHILE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7F7F7F"/>
                </a:solidFill>
                <a:latin typeface="Roboto Condensed Black"/>
                <a:ea typeface="Roboto Condensed Black"/>
                <a:cs typeface="Roboto Condensed Black"/>
                <a:sym typeface="Roboto Condensed Black"/>
              </a:rPr>
              <a:t>SFA y Cumplimiento por CD</a:t>
            </a:r>
            <a:endParaRPr sz="1600" b="0" i="0" u="none" strike="noStrike" cap="none">
              <a:solidFill>
                <a:srgbClr val="000000"/>
              </a:solidFill>
              <a:latin typeface="Roboto Condensed Medium"/>
              <a:ea typeface="Roboto Condensed Medium"/>
              <a:cs typeface="Roboto Condensed Medium"/>
              <a:sym typeface="Roboto Condensed Medium"/>
            </a:endParaRPr>
          </a:p>
        </p:txBody>
      </p:sp>
      <p:cxnSp>
        <p:nvCxnSpPr>
          <p:cNvPr id="70" name="Google Shape;70;p11"/>
          <p:cNvCxnSpPr/>
          <p:nvPr/>
        </p:nvCxnSpPr>
        <p:spPr>
          <a:xfrm>
            <a:off x="317654" y="867006"/>
            <a:ext cx="11556692" cy="0"/>
          </a:xfrm>
          <a:prstGeom prst="straightConnector1">
            <a:avLst/>
          </a:prstGeom>
          <a:noFill/>
          <a:ln w="19050" cap="flat" cmpd="sng">
            <a:solidFill>
              <a:srgbClr val="59B02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1" name="Google Shape;71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726228"/>
            <a:ext cx="12192000" cy="131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750" y="1020299"/>
            <a:ext cx="6668126" cy="216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66426" y="976437"/>
            <a:ext cx="4403764" cy="5640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Panorámica</PresentationFormat>
  <Paragraphs>7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1" baseType="lpstr">
      <vt:lpstr>Montserrat ExtraBold</vt:lpstr>
      <vt:lpstr>Arial</vt:lpstr>
      <vt:lpstr>Helvetica Neue</vt:lpstr>
      <vt:lpstr>Play</vt:lpstr>
      <vt:lpstr>Montserrat</vt:lpstr>
      <vt:lpstr>Roboto Condensed Black</vt:lpstr>
      <vt:lpstr>Montserrat Medium</vt:lpstr>
      <vt:lpstr>Roboto Condensed Medium</vt:lpstr>
      <vt:lpstr>Diseño personalizado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Astorga Escudero Francisca Dominga</dc:creator>
  <cp:lastModifiedBy>Juan Carlos Salomon Arguedas</cp:lastModifiedBy>
  <cp:revision>1</cp:revision>
  <dcterms:created xsi:type="dcterms:W3CDTF">2026-01-05T14:12:49Z</dcterms:created>
  <dcterms:modified xsi:type="dcterms:W3CDTF">2026-05-21T16:44:30Z</dcterms:modified>
</cp:coreProperties>
</file>